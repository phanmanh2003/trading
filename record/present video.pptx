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5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878C94D1-09BF-4C5C-ACB1-BFD97BAAA84C}" type="slidenum">
              <a:rPr lang="en-US" smtClean="0"/>
              <a:t>‹#›</a:t>
            </a:fld>
            <a:endParaRPr lang="en-US"/>
          </a:p>
        </p:txBody>
      </p:sp>
    </p:spTree>
    <p:extLst>
      <p:ext uri="{BB962C8B-B14F-4D97-AF65-F5344CB8AC3E}">
        <p14:creationId xmlns:p14="http://schemas.microsoft.com/office/powerpoint/2010/main" val="122858872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1298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BFC8E211-E26B-413B-9534-E0636E87262F}" type="datetimeFigureOut">
              <a:rPr lang="en-US" smtClean="0"/>
              <a:t>8/8/2026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878C94D1-09BF-4C5C-ACB1-BFD97BAAA84C}" type="slidenum">
              <a:rPr lang="en-US" smtClean="0"/>
              <a:t>‹#›</a:t>
            </a:fld>
            <a:endParaRPr lang="en-US"/>
          </a:p>
        </p:txBody>
      </p:sp>
    </p:spTree>
    <p:extLst>
      <p:ext uri="{BB962C8B-B14F-4D97-AF65-F5344CB8AC3E}">
        <p14:creationId xmlns:p14="http://schemas.microsoft.com/office/powerpoint/2010/main" val="1239311860"/>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BFC8E211-E26B-413B-9534-E0636E87262F}" type="datetimeFigureOut">
              <a:rPr lang="en-US" smtClean="0"/>
              <a:t>8/8/2026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878C94D1-09BF-4C5C-ACB1-BFD97BAAA84C}"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71785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BFC8E211-E26B-413B-9534-E0636E87262F}" type="datetimeFigureOut">
              <a:rPr lang="en-US" smtClean="0"/>
              <a:t>8/8/2026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878C94D1-09BF-4C5C-ACB1-BFD97BAAA84C}" type="slidenum">
              <a:rPr lang="en-US" smtClean="0"/>
              <a:t>‹#›</a:t>
            </a:fld>
            <a:endParaRPr lang="en-US"/>
          </a:p>
        </p:txBody>
      </p:sp>
    </p:spTree>
    <p:extLst>
      <p:ext uri="{BB962C8B-B14F-4D97-AF65-F5344CB8AC3E}">
        <p14:creationId xmlns:p14="http://schemas.microsoft.com/office/powerpoint/2010/main" val="3951737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9995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BFC8E211-E26B-413B-9534-E0636E87262F}" type="datetimeFigureOut">
              <a:rPr lang="en-US" smtClean="0"/>
              <a:t>8/8/2026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12338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5753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7718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BFC8E211-E26B-413B-9534-E0636E87262F}" type="datetimeFigureOut">
              <a:rPr lang="en-US" smtClean="0"/>
              <a:t>8/8/2026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878C94D1-09BF-4C5C-ACB1-BFD97BAAA84C}"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04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BFC8E211-E26B-413B-9534-E0636E87262F}" type="datetimeFigureOut">
              <a:rPr lang="en-US" smtClean="0"/>
              <a:t>8/8/2026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878C94D1-09BF-4C5C-ACB1-BFD97BAAA84C}"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3521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BFC8E211-E26B-413B-9534-E0636E87262F}" type="datetimeFigureOut">
              <a:rPr lang="en-US" smtClean="0"/>
              <a:t>8/8/2026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878C94D1-09BF-4C5C-ACB1-BFD97BAAA84C}"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2798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FC8E211-E26B-413B-9534-E0636E87262F}" type="datetimeFigureOut">
              <a:rPr lang="en-US" smtClean="0"/>
              <a:t>8/8/2026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78C94D1-09BF-4C5C-ACB1-BFD97BAAA84C}"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36450911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BFC8E211-E26B-413B-9534-E0636E87262F}" type="datetimeFigureOut">
              <a:rPr lang="en-US" smtClean="0"/>
              <a:t>8/8/2026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878C94D1-09BF-4C5C-ACB1-BFD97BAAA84C}"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618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BFC8E211-E26B-413B-9534-E0636E87262F}" type="datetimeFigureOut">
              <a:rPr lang="en-US" smtClean="0"/>
              <a:t>8/8/2026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878C94D1-09BF-4C5C-ACB1-BFD97BAAA84C}"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7463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BFC8E211-E26B-413B-9534-E0636E87262F}" type="datetimeFigureOut">
              <a:rPr lang="en-US" smtClean="0"/>
              <a:t>8/8/2026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878C94D1-09BF-4C5C-ACB1-BFD97BAAA84C}"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7976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5635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4488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6060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878C94D1-09BF-4C5C-ACB1-BFD97BAAA84C}"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2403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BFC8E211-E26B-413B-9534-E0636E87262F}" type="datetimeFigureOut">
              <a:rPr lang="en-US" smtClean="0"/>
              <a:t>8/8/2026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878C94D1-09BF-4C5C-ACB1-BFD97BAAA84C}"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03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BFC8E211-E26B-413B-9534-E0636E87262F}" type="datetimeFigureOut">
              <a:rPr lang="en-US" smtClean="0"/>
              <a:t>8/8/2026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878C94D1-09BF-4C5C-ACB1-BFD97BAAA84C}"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68516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BFC8E211-E26B-413B-9534-E0636E87262F}" type="datetimeFigureOut">
              <a:rPr lang="en-US" smtClean="0"/>
              <a:t>8/8/2026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878C94D1-09BF-4C5C-ACB1-BFD97BAAA84C}"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8730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BFC8E211-E26B-413B-9534-E0636E87262F}" type="datetimeFigureOut">
              <a:rPr lang="en-US" smtClean="0"/>
              <a:t>8/8/2026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878C94D1-09BF-4C5C-ACB1-BFD97BAAA84C}"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93798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BFC8E211-E26B-413B-9534-E0636E87262F}" type="datetimeFigureOut">
              <a:rPr lang="en-US" smtClean="0"/>
              <a:t>8/8/2026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878C94D1-09BF-4C5C-ACB1-BFD97BAAA84C}"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61920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BFC8E211-E26B-413B-9534-E0636E87262F}" type="datetimeFigureOut">
              <a:rPr lang="en-US" smtClean="0"/>
              <a:t>8/8/2026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878C94D1-09BF-4C5C-ACB1-BFD97BAAA84C}" type="slidenum">
              <a:rPr lang="en-US" smtClean="0"/>
              <a:t>‹#›</a:t>
            </a:fld>
            <a:endParaRPr lang="en-US"/>
          </a:p>
        </p:txBody>
      </p:sp>
    </p:spTree>
    <p:extLst>
      <p:ext uri="{BB962C8B-B14F-4D97-AF65-F5344CB8AC3E}">
        <p14:creationId xmlns:p14="http://schemas.microsoft.com/office/powerpoint/2010/main" val="26874461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BFC8E211-E26B-413B-9534-E0636E87262F}" type="datetimeFigureOut">
              <a:rPr lang="en-US" smtClean="0"/>
              <a:t>8/8/2026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878C94D1-09BF-4C5C-ACB1-BFD97BAAA84C}" type="slidenum">
              <a:rPr lang="en-US" smtClean="0"/>
              <a:t>‹#›</a:t>
            </a:fld>
            <a:endParaRPr lang="en-US"/>
          </a:p>
        </p:txBody>
      </p:sp>
    </p:spTree>
    <p:extLst>
      <p:ext uri="{BB962C8B-B14F-4D97-AF65-F5344CB8AC3E}">
        <p14:creationId xmlns:p14="http://schemas.microsoft.com/office/powerpoint/2010/main" val="30431065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430EB-AC69-8D3B-51EF-690A0B81B4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822846-7B7A-FE5D-6F4B-A455BE83B0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324FC6-F793-2FB6-EEB0-5297AB22FB6A}"/>
              </a:ext>
            </a:extLst>
          </p:cNvPr>
          <p:cNvSpPr>
            <a:spLocks noGrp="1"/>
          </p:cNvSpPr>
          <p:nvPr>
            <p:ph type="dt" sz="half" idx="10"/>
          </p:nvPr>
        </p:nvSpPr>
        <p:spPr/>
        <p:txBody>
          <a:bodyPr/>
          <a:lstStyle/>
          <a:p>
            <a:fld id="{BFC8E211-E26B-413B-9534-E0636E87262F}" type="datetimeFigureOut">
              <a:rPr lang="en-US" smtClean="0"/>
              <a:t>8/8/2026</a:t>
            </a:fld>
            <a:endParaRPr lang="en-US"/>
          </a:p>
        </p:txBody>
      </p:sp>
      <p:sp>
        <p:nvSpPr>
          <p:cNvPr id="5" name="Footer Placeholder 4">
            <a:extLst>
              <a:ext uri="{FF2B5EF4-FFF2-40B4-BE49-F238E27FC236}">
                <a16:creationId xmlns:a16="http://schemas.microsoft.com/office/drawing/2014/main" id="{588F464F-12DA-1F7A-5816-026DE7336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B1C75-0932-9A96-ADB8-2813944B8EED}"/>
              </a:ext>
            </a:extLst>
          </p:cNvPr>
          <p:cNvSpPr>
            <a:spLocks noGrp="1"/>
          </p:cNvSpPr>
          <p:nvPr>
            <p:ph type="sldNum" sz="quarter" idx="12"/>
          </p:nvPr>
        </p:nvSpPr>
        <p:spPr/>
        <p:txBody>
          <a:bodyPr/>
          <a:lstStyle/>
          <a:p>
            <a:fld id="{878C94D1-09BF-4C5C-ACB1-BFD97BAAA84C}" type="slidenum">
              <a:rPr lang="en-US" smtClean="0"/>
              <a:t>‹#›</a:t>
            </a:fld>
            <a:endParaRPr lang="en-US"/>
          </a:p>
        </p:txBody>
      </p:sp>
    </p:spTree>
    <p:extLst>
      <p:ext uri="{BB962C8B-B14F-4D97-AF65-F5344CB8AC3E}">
        <p14:creationId xmlns:p14="http://schemas.microsoft.com/office/powerpoint/2010/main" val="244219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BFC8E211-E26B-413B-9534-E0636E87262F}" type="datetimeFigureOut">
              <a:rPr lang="en-US" smtClean="0"/>
              <a:t>8/8/2026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878C94D1-09BF-4C5C-ACB1-BFD97BAAA84C}"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979382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AB9F8E-D33E-9A78-FED2-4547911ED6DA}"/>
              </a:ext>
            </a:extLst>
          </p:cNvPr>
          <p:cNvSpPr txBox="1"/>
          <p:nvPr/>
        </p:nvSpPr>
        <p:spPr>
          <a:xfrm>
            <a:off x="1476540" y="3131913"/>
            <a:ext cx="9607310" cy="830997"/>
          </a:xfrm>
          <a:prstGeom prst="rect">
            <a:avLst/>
          </a:prstGeom>
          <a:noFill/>
        </p:spPr>
        <p:txBody>
          <a:bodyPr wrap="none" rtlCol="0">
            <a:spAutoFit/>
          </a:bodyPr>
          <a:lstStyle/>
          <a:p>
            <a:r>
              <a:rPr lang="en-US" sz="4800" b="1" dirty="0">
                <a:latin typeface="+mj-lt"/>
              </a:rPr>
              <a:t>1. KẾ HOẠCH TRADE HÀNG NGÀY</a:t>
            </a:r>
          </a:p>
        </p:txBody>
      </p:sp>
    </p:spTree>
    <p:extLst>
      <p:ext uri="{BB962C8B-B14F-4D97-AF65-F5344CB8AC3E}">
        <p14:creationId xmlns:p14="http://schemas.microsoft.com/office/powerpoint/2010/main" val="3872328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E9B7-7927-B98E-FC2B-976F8679DD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61DCE1-6589-4313-3FEF-00F6BFB86261}"/>
              </a:ext>
            </a:extLst>
          </p:cNvPr>
          <p:cNvSpPr txBox="1"/>
          <p:nvPr/>
        </p:nvSpPr>
        <p:spPr>
          <a:xfrm>
            <a:off x="1789330" y="3137905"/>
            <a:ext cx="8932253" cy="830997"/>
          </a:xfrm>
          <a:prstGeom prst="rect">
            <a:avLst/>
          </a:prstGeom>
          <a:noFill/>
        </p:spPr>
        <p:txBody>
          <a:bodyPr wrap="none" rtlCol="0">
            <a:spAutoFit/>
          </a:bodyPr>
          <a:lstStyle/>
          <a:p>
            <a:r>
              <a:rPr lang="en-US" sz="4800" b="1" dirty="0">
                <a:latin typeface="+mj-lt"/>
              </a:rPr>
              <a:t>2. LÃI KÉP LÀ GÌ VÀ SỨC MẠNH</a:t>
            </a:r>
          </a:p>
        </p:txBody>
      </p:sp>
    </p:spTree>
    <p:extLst>
      <p:ext uri="{BB962C8B-B14F-4D97-AF65-F5344CB8AC3E}">
        <p14:creationId xmlns:p14="http://schemas.microsoft.com/office/powerpoint/2010/main" val="2409368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9AD16F-1E26-91A9-6278-EC0DEA30DB5D}"/>
              </a:ext>
            </a:extLst>
          </p:cNvPr>
          <p:cNvSpPr txBox="1"/>
          <p:nvPr/>
        </p:nvSpPr>
        <p:spPr>
          <a:xfrm>
            <a:off x="2772256" y="1856404"/>
            <a:ext cx="6838812" cy="3046988"/>
          </a:xfrm>
          <a:prstGeom prst="rect">
            <a:avLst/>
          </a:prstGeom>
          <a:noFill/>
        </p:spPr>
        <p:txBody>
          <a:bodyPr wrap="square">
            <a:spAutoFit/>
          </a:bodyPr>
          <a:lstStyle/>
          <a:p>
            <a:r>
              <a:rPr lang="en-US" sz="3200" b="1" i="1" dirty="0">
                <a:latin typeface="Times New Roman" panose="02020603050405020304" pitchFamily="18" charset="0"/>
                <a:cs typeface="Times New Roman" panose="02020603050405020304" pitchFamily="18" charset="0"/>
              </a:rPr>
              <a:t>CẢM ƠN MỌI NGƯỜI ĐÃ XEM HẾT VIDEO. HÃY SUBSCRIBE VÀ XEM PHẦN MÔ TẢ BÊN DƯỚI VIDEO ĐỂ BIẾT CÁCH TẠO TÀI KHOẢN TRADE VỚI EXNESS ĐỂ NHẬN HOA HỒNG TỪ MÌNH NHÉ.</a:t>
            </a:r>
          </a:p>
        </p:txBody>
      </p:sp>
    </p:spTree>
    <p:extLst>
      <p:ext uri="{BB962C8B-B14F-4D97-AF65-F5344CB8AC3E}">
        <p14:creationId xmlns:p14="http://schemas.microsoft.com/office/powerpoint/2010/main" val="3219448853"/>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docProps/app.xml><?xml version="1.0" encoding="utf-8"?>
<Properties xmlns="http://schemas.openxmlformats.org/officeDocument/2006/extended-properties" xmlns:vt="http://schemas.openxmlformats.org/officeDocument/2006/docPropsVTypes">
  <Template>Dark Gradient</Template>
  <TotalTime>25</TotalTime>
  <Words>52</Words>
  <Application>Microsoft Office PowerPoint</Application>
  <PresentationFormat>Widescreen</PresentationFormat>
  <Paragraphs>3</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Arial</vt:lpstr>
      <vt:lpstr>Arial Nova Light</vt:lpstr>
      <vt:lpstr>Times New Roman</vt:lpstr>
      <vt:lpstr>Dark Gradient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Phan Tien Manh</dc:creator>
  <cp:lastModifiedBy>Phan Tien Manh</cp:lastModifiedBy>
  <cp:revision>10</cp:revision>
  <dcterms:created xsi:type="dcterms:W3CDTF">2026-08-08T13:43:22Z</dcterms:created>
  <dcterms:modified xsi:type="dcterms:W3CDTF">2026-08-08T14:09:20Z</dcterms:modified>
</cp:coreProperties>
</file>