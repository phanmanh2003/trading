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36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43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9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20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1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21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98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48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38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9880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11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0279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47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84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0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8A90E-0BBF-4AA7-9155-7B1E9439A4DB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912699C-34B6-48B2-8498-BF90C7D06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938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94363" y="293299"/>
            <a:ext cx="2007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Kiếm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iền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62975" y="2415396"/>
            <a:ext cx="1544128" cy="698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sức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34909" y="2415396"/>
            <a:ext cx="1544128" cy="698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kĩ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8985" y="2415396"/>
            <a:ext cx="1544128" cy="698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03061" y="2415396"/>
            <a:ext cx="1544128" cy="698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99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94363" y="293299"/>
            <a:ext cx="17569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Giữ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Tiền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62975" y="2415396"/>
            <a:ext cx="1544128" cy="698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Giữ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trước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13896" y="2415396"/>
            <a:ext cx="1837423" cy="1431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soát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muốn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91250" y="2432648"/>
            <a:ext cx="1544128" cy="698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Tách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biệt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27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57487" y="310552"/>
            <a:ext cx="41502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Bổ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Giữ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Tiền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83964" y="1800567"/>
            <a:ext cx="1673523" cy="879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Chi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bank)</a:t>
            </a:r>
          </a:p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15-50%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29825" y="2812211"/>
            <a:ext cx="1837423" cy="1431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techcombank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remain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93658" y="1880555"/>
            <a:ext cx="1621761" cy="845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dục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Agri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 2-10%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83964" y="4465604"/>
            <a:ext cx="1673523" cy="885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Ăn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chơi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(VCB)</a:t>
            </a:r>
          </a:p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2-5%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91288" y="4465605"/>
            <a:ext cx="1624131" cy="885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Hưu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5-15%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02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34461" y="303815"/>
            <a:ext cx="76204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sao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trade (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)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97699" y="2323374"/>
            <a:ext cx="1673523" cy="879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gì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74334" y="2317626"/>
            <a:ext cx="1673523" cy="885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cố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địa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50969" y="2317625"/>
            <a:ext cx="1773149" cy="885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Đòn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bẩy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lãi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kép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74333" y="4139864"/>
            <a:ext cx="1673523" cy="885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50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1146</TotalTime>
  <Words>116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manhpthe172481</dc:creator>
  <cp:lastModifiedBy>manhpthe172481</cp:lastModifiedBy>
  <cp:revision>30</cp:revision>
  <dcterms:created xsi:type="dcterms:W3CDTF">2025-02-12T08:54:51Z</dcterms:created>
  <dcterms:modified xsi:type="dcterms:W3CDTF">2025-02-13T08:39:52Z</dcterms:modified>
</cp:coreProperties>
</file>