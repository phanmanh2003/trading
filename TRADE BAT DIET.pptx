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4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5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8A90E-0BBF-4AA7-9155-7B1E9439A4DB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699C-34B6-48B2-8498-BF90C7D066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2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8A90E-0BBF-4AA7-9155-7B1E9439A4DB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699C-34B6-48B2-8498-BF90C7D066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36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8A90E-0BBF-4AA7-9155-7B1E9439A4DB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699C-34B6-48B2-8498-BF90C7D066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543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8A90E-0BBF-4AA7-9155-7B1E9439A4DB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699C-34B6-48B2-8498-BF90C7D066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2698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8A90E-0BBF-4AA7-9155-7B1E9439A4DB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699C-34B6-48B2-8498-BF90C7D066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2025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8A90E-0BBF-4AA7-9155-7B1E9439A4DB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699C-34B6-48B2-8498-BF90C7D066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2101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8A90E-0BBF-4AA7-9155-7B1E9439A4DB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699C-34B6-48B2-8498-BF90C7D066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921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8A90E-0BBF-4AA7-9155-7B1E9439A4DB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699C-34B6-48B2-8498-BF90C7D066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7983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8A90E-0BBF-4AA7-9155-7B1E9439A4DB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699C-34B6-48B2-8498-BF90C7D066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0488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8A90E-0BBF-4AA7-9155-7B1E9439A4DB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699C-34B6-48B2-8498-BF90C7D066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0385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8A90E-0BBF-4AA7-9155-7B1E9439A4DB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699C-34B6-48B2-8498-BF90C7D0666E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998805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8A90E-0BBF-4AA7-9155-7B1E9439A4DB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699C-34B6-48B2-8498-BF90C7D066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50116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8A90E-0BBF-4AA7-9155-7B1E9439A4DB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699C-34B6-48B2-8498-BF90C7D0666E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4027937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8A90E-0BBF-4AA7-9155-7B1E9439A4DB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699C-34B6-48B2-8498-BF90C7D066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24708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8A90E-0BBF-4AA7-9155-7B1E9439A4DB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699C-34B6-48B2-8498-BF90C7D066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4842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8A90E-0BBF-4AA7-9155-7B1E9439A4DB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699C-34B6-48B2-8498-BF90C7D066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8069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A8A90E-0BBF-4AA7-9155-7B1E9439A4DB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F912699C-34B6-48B2-8498-BF90C7D066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9385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  <p:sldLayoutId id="2147483706" r:id="rId12"/>
    <p:sldLayoutId id="2147483707" r:id="rId13"/>
    <p:sldLayoutId id="2147483708" r:id="rId14"/>
    <p:sldLayoutId id="2147483709" r:id="rId15"/>
    <p:sldLayoutId id="2147483710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494363" y="293299"/>
            <a:ext cx="20070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 err="1">
                <a:latin typeface="Arial" panose="020B0604020202020204" pitchFamily="34" charset="0"/>
                <a:cs typeface="Arial" panose="020B0604020202020204" pitchFamily="34" charset="0"/>
              </a:rPr>
              <a:t>Kiếm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dirty="0" err="1">
                <a:latin typeface="Arial" panose="020B0604020202020204" pitchFamily="34" charset="0"/>
                <a:cs typeface="Arial" panose="020B0604020202020204" pitchFamily="34" charset="0"/>
              </a:rPr>
              <a:t>Tiền</a:t>
            </a:r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362975" y="2415396"/>
            <a:ext cx="1544128" cy="6987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Bán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sức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lao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động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234909" y="2415396"/>
            <a:ext cx="1544128" cy="6987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Bán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kiến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thức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kĩ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năng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8985" y="2415396"/>
            <a:ext cx="1544128" cy="6987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Mở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doanh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nghiệp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203061" y="2415396"/>
            <a:ext cx="1544128" cy="6987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Đầu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tư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49908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494363" y="293299"/>
            <a:ext cx="17569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 err="1">
                <a:latin typeface="Arial" panose="020B0604020202020204" pitchFamily="34" charset="0"/>
                <a:cs typeface="Arial" panose="020B0604020202020204" pitchFamily="34" charset="0"/>
              </a:rPr>
              <a:t>Giữ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dirty="0" err="1">
                <a:latin typeface="Arial" panose="020B0604020202020204" pitchFamily="34" charset="0"/>
                <a:cs typeface="Arial" panose="020B0604020202020204" pitchFamily="34" charset="0"/>
              </a:rPr>
              <a:t>Tiền</a:t>
            </a:r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362975" y="2415396"/>
            <a:ext cx="1544128" cy="6987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Giữ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trước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tiêu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sau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413896" y="2415396"/>
            <a:ext cx="1837423" cy="14319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Kiểm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soát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chi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tiêu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mua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cái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cần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phải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cái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muốn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7" name="Rectangle 6"/>
          <p:cNvSpPr/>
          <p:nvPr/>
        </p:nvSpPr>
        <p:spPr>
          <a:xfrm>
            <a:off x="7591250" y="2432648"/>
            <a:ext cx="1544128" cy="6987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Tách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biệt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cảm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xúc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92712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257487" y="310552"/>
            <a:ext cx="41502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 err="1">
                <a:latin typeface="Arial" panose="020B0604020202020204" pitchFamily="34" charset="0"/>
                <a:cs typeface="Arial" panose="020B0604020202020204" pitchFamily="34" charset="0"/>
              </a:rPr>
              <a:t>Phân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dirty="0" err="1">
                <a:latin typeface="Arial" panose="020B0604020202020204" pitchFamily="34" charset="0"/>
                <a:cs typeface="Arial" panose="020B0604020202020204" pitchFamily="34" charset="0"/>
              </a:rPr>
              <a:t>Bổ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dirty="0" err="1">
                <a:latin typeface="Arial" panose="020B0604020202020204" pitchFamily="34" charset="0"/>
                <a:cs typeface="Arial" panose="020B0604020202020204" pitchFamily="34" charset="0"/>
              </a:rPr>
              <a:t>Khi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dirty="0" err="1">
                <a:latin typeface="Arial" panose="020B0604020202020204" pitchFamily="34" charset="0"/>
                <a:cs typeface="Arial" panose="020B0604020202020204" pitchFamily="34" charset="0"/>
              </a:rPr>
              <a:t>Giữ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dirty="0" err="1">
                <a:latin typeface="Arial" panose="020B0604020202020204" pitchFamily="34" charset="0"/>
                <a:cs typeface="Arial" panose="020B0604020202020204" pitchFamily="34" charset="0"/>
              </a:rPr>
              <a:t>Tiền</a:t>
            </a:r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583964" y="1800567"/>
            <a:ext cx="1673523" cy="8798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Chi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tiêu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bank)</a:t>
            </a:r>
          </a:p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15-50%</a:t>
            </a:r>
          </a:p>
        </p:txBody>
      </p:sp>
      <p:sp>
        <p:nvSpPr>
          <p:cNvPr id="6" name="Rectangle 5"/>
          <p:cNvSpPr/>
          <p:nvPr/>
        </p:nvSpPr>
        <p:spPr>
          <a:xfrm>
            <a:off x="4229825" y="2812211"/>
            <a:ext cx="1837423" cy="14319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Đầu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tư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(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techcombank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6993658" y="1880555"/>
            <a:ext cx="1621761" cy="84539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Giáo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dục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Agri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 2-10%</a:t>
            </a:r>
          </a:p>
        </p:txBody>
      </p:sp>
      <p:sp>
        <p:nvSpPr>
          <p:cNvPr id="8" name="Rectangle 7"/>
          <p:cNvSpPr/>
          <p:nvPr/>
        </p:nvSpPr>
        <p:spPr>
          <a:xfrm>
            <a:off x="1583964" y="4465604"/>
            <a:ext cx="1673523" cy="88564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Ăn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chơi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(VCB)</a:t>
            </a:r>
          </a:p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2-5%</a:t>
            </a:r>
          </a:p>
        </p:txBody>
      </p:sp>
      <p:sp>
        <p:nvSpPr>
          <p:cNvPr id="9" name="Rectangle 8"/>
          <p:cNvSpPr/>
          <p:nvPr/>
        </p:nvSpPr>
        <p:spPr>
          <a:xfrm>
            <a:off x="6991288" y="4465605"/>
            <a:ext cx="1624131" cy="88564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Quỹ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Hưu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5-15%</a:t>
            </a:r>
          </a:p>
        </p:txBody>
      </p:sp>
    </p:spTree>
    <p:extLst>
      <p:ext uri="{BB962C8B-B14F-4D97-AF65-F5344CB8AC3E}">
        <p14:creationId xmlns:p14="http://schemas.microsoft.com/office/powerpoint/2010/main" val="38200246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334461" y="303815"/>
            <a:ext cx="762042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err="1">
                <a:latin typeface="Arial" panose="020B0604020202020204" pitchFamily="34" charset="0"/>
                <a:cs typeface="Arial" panose="020B0604020202020204" pitchFamily="34" charset="0"/>
              </a:rPr>
              <a:t>Tại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dirty="0" err="1">
                <a:latin typeface="Arial" panose="020B0604020202020204" pitchFamily="34" charset="0"/>
                <a:cs typeface="Arial" panose="020B0604020202020204" pitchFamily="34" charset="0"/>
              </a:rPr>
              <a:t>sao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trade ( </a:t>
            </a:r>
            <a:r>
              <a:rPr lang="en-US" sz="3200" dirty="0" err="1">
                <a:latin typeface="Arial" panose="020B0604020202020204" pitchFamily="34" charset="0"/>
                <a:cs typeface="Arial" panose="020B0604020202020204" pitchFamily="34" charset="0"/>
              </a:rPr>
              <a:t>giao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dirty="0" err="1">
                <a:latin typeface="Arial" panose="020B0604020202020204" pitchFamily="34" charset="0"/>
                <a:cs typeface="Arial" panose="020B0604020202020204" pitchFamily="34" charset="0"/>
              </a:rPr>
              <a:t>dịch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) </a:t>
            </a:r>
            <a:r>
              <a:rPr lang="en-US" sz="3200" dirty="0" err="1">
                <a:latin typeface="Arial" panose="020B0604020202020204" pitchFamily="34" charset="0"/>
                <a:cs typeface="Arial" panose="020B0604020202020204" pitchFamily="34" charset="0"/>
              </a:rPr>
              <a:t>lại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dirty="0" err="1">
                <a:latin typeface="Arial" panose="020B0604020202020204" pitchFamily="34" charset="0"/>
                <a:cs typeface="Arial" panose="020B0604020202020204" pitchFamily="34" charset="0"/>
              </a:rPr>
              <a:t>giúp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dirty="0" err="1">
                <a:latin typeface="Arial" panose="020B0604020202020204" pitchFamily="34" charset="0"/>
                <a:cs typeface="Arial" panose="020B0604020202020204" pitchFamily="34" charset="0"/>
              </a:rPr>
              <a:t>tự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do </a:t>
            </a:r>
            <a:r>
              <a:rPr lang="en-US" sz="3200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dirty="0" err="1">
                <a:latin typeface="Arial" panose="020B0604020202020204" pitchFamily="34" charset="0"/>
                <a:cs typeface="Arial" panose="020B0604020202020204" pitchFamily="34" charset="0"/>
              </a:rPr>
              <a:t>chính</a:t>
            </a:r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497699" y="2323374"/>
            <a:ext cx="1673523" cy="8798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cần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sản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xuất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hay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tạo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gì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cả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074334" y="2317626"/>
            <a:ext cx="1673523" cy="88564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cố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định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thời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gian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địa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điểm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650969" y="2317625"/>
            <a:ext cx="1773149" cy="88564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Đòn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bẩy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lãi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kép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074333" y="4139864"/>
            <a:ext cx="1673523" cy="88564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cần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nhân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sự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9509304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1192</TotalTime>
  <Words>116</Words>
  <Application>Microsoft Office PowerPoint</Application>
  <PresentationFormat>Widescreen</PresentationFormat>
  <Paragraphs>25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Trebuchet MS</vt:lpstr>
      <vt:lpstr>Wingdings 3</vt:lpstr>
      <vt:lpstr>Facet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manhpthe172481</dc:creator>
  <cp:lastModifiedBy>Phan Tien Manh</cp:lastModifiedBy>
  <cp:revision>31</cp:revision>
  <dcterms:created xsi:type="dcterms:W3CDTF">2025-02-12T08:54:51Z</dcterms:created>
  <dcterms:modified xsi:type="dcterms:W3CDTF">2026-07-08T10:32:20Z</dcterms:modified>
</cp:coreProperties>
</file>